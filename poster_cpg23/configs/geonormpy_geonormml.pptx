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1524000"/>
            <a:ext cx="61595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GeoNormPy y GeoNormML: cálculo CIPW reproducible y clasificación supervisada de rocas ígneas del Perú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295275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5202B"/>
                </a:solidFill>
                <a:latin typeface="Arial"/>
              </a:rPr>
              <a:t>Jordan Zavaleta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342900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Escuela Profesional de Ingeniería Geológica, Universidad Nacional de Ingeniería, Lima, Perú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4381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agr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457700"/>
            <a:ext cx="6019800" cy="4635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9131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Arquitectura general GeoNormPy–GeoNormML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9715500"/>
            <a:ext cx="5715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202B"/>
                </a:solidFill>
                <a:latin typeface="Arial"/>
              </a:rPr>
              <a:t>Suite abierta y reproducible para transformar óxidos mayores en mineralogía normativa CIPW y apoyar la denominación litológica. GeoNormPy ya está desplegado en PyPI: pip install geonormpy.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PROBLEMA Y 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La denominación de rocas ígneas requiere integrar geoquímica de roca total, mineralogía normativa y criterio petrológico. El objetivo fue construir un flujo auditable, reproducible y transferible en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2540000"/>
            <a:ext cx="28194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Sustituir etapas dispersas y manuales por un pipeline reproducible.</a:t>
            </a:r>
          </a:p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Separar control de calidad de las variables predictivas.</a:t>
            </a:r>
          </a:p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Seleccionar modelos por dominio litológico y coherencia petrológica.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540000"/>
            <a:ext cx="30861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taset filt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616200"/>
            <a:ext cx="2933700" cy="355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43300" y="6210300"/>
            <a:ext cx="2857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Distribución geográfica del dataset depurado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METODOLOGÍA: DE ÓXIDOS A 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El rigor metodológico se sustenta en una cadena trazable, desde la curación hasta la comparación de modelos mediante validación cruzada estratificada de cinco pliegues.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Curación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litogeoquímica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7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59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GeoNormPy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CIPW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580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3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GeoNormML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benchmarking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0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63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Modelo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transferible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" y="4635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iagr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711700"/>
            <a:ext cx="6019800" cy="4635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9385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Diagrama de flujo documentado del ecosistema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DISEÑO EXPERIMENTAL Y TRAZABILIDAD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Dataset final: 2 755 muestras y 19 clases. Volcánicas: 1 764 muestras / 9 clases. Plutónicas: 991 muestras / 10 clases. Se evaluaron Random Forest, XGBoost y SVM con PCA.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oxides_core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óxidos mayores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7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59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cipw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minerales normativos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580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3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combined_core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óxidos + CIPW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0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63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Métricas</a:t>
            </a:r>
            <a:br/>
            <a:r>
              <a:rPr sz="1200" b="1">
                <a:solidFill>
                  <a:srgbClr val="15202B"/>
                </a:solidFill>
                <a:latin typeface="Arial"/>
              </a:rPr>
              <a:t>CA · AUC · F1 · MCC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" y="4635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set filt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711700"/>
            <a:ext cx="6019800" cy="4635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9385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Cobertura espacial después de la depuración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 PRINCIPALES — DOMINIO VOLCÁNICO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XGBoost con combined_core fue seleccionado por su balance entre desempeño, integración petrológica y el MCC más alto entre los modelos oficiales.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899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899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03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7300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7300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AUC macro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77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4700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0.713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4700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MCC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eatmap_VOL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013200"/>
            <a:ext cx="2705100" cy="482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Matriz de confusión: volcánicas / XGBoost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volcanic__combined_core_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013200"/>
            <a:ext cx="2705100" cy="482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Curvas ROC: volcánicas / 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9429750"/>
            <a:ext cx="61722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Las mayores confusiones ocurren entre basalto, andesita basáltica y andesita; y entre dacita, riodacita y riolita.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 PRINCIPALES — DOMINIO PLUTÓNICO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Random Forest con oxides_core fue el modelo oficial: incorpora menos complejidad cuando los minerales normativos no mejoran de manera consistente la separación del dominio.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899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0.581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899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03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7300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0.852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7300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AUC macro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77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4700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0.482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4700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MCC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eatmap_PLU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013200"/>
            <a:ext cx="2705100" cy="482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Matriz de confusión: plutónicas / Random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lutonic__oxides_core__Random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013200"/>
            <a:ext cx="2705100" cy="482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Curvas ROC: plutónicas / Random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9429750"/>
            <a:ext cx="61722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Las confusiones granito–monzogranito–granodiorita–tonalita reflejan campos composicionales superpuestos y la ausencia de información modal directa.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APLICABILIDAD: PAQUETE DISPONIBLE Y SALIDA 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GeoNormPy implementa normalización anhidra, manejo explícito del hierro, saturación en sílice y alúmina, minerales normativos y diagnósticos de balance de masa. Está publicado para instalación directa mediante pip install geonormpy.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899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PyPI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899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despliegue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03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7300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0.1.1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7300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última versión disponible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7700" y="2603500"/>
            <a:ext cx="1828800" cy="952500"/>
          </a:xfrm>
          <a:prstGeom prst="round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4700" y="2743200"/>
            <a:ext cx="157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4700" y="3124200"/>
            <a:ext cx="1574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uso reproducible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iagr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013200"/>
            <a:ext cx="2705100" cy="482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Flujo de salidas reproducibles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ataset filtra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013200"/>
            <a:ext cx="2705100" cy="482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Dataset regional curado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9429750"/>
            <a:ext cx="61722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La suite no reemplaza el criterio geológico: entrega probabilidades, advertencias y trazabilidad para apoyar la interpretación petrológica.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GeoNormPy + GeoNormML | ecosistema reproducible para petrología ígnea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CONCLUSIONES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" y="2540000"/>
            <a:ext cx="5765800" cy="349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GeoNormPy + GeoNormML integran cálculo CIPW, curación y ML en un ecosistema reproducible.</a:t>
            </a:r>
          </a:p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Las rocas volcánicas presentan mayor separabilidad: XGBoost + combined_core alcanzó CA 0.805 y MCC 0.713.</a:t>
            </a:r>
          </a:p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Las plutónicas mantienen una limitación petrológica real: Random Forest + oxides_core alcanzó CA 0.581 y MCC 0.482.</a:t>
            </a:r>
          </a:p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GeoNormPy está listo para uso e instalación desde PyPI: pip install geonormpy.</a:t>
            </a:r>
          </a:p>
          <a:p>
            <a:pPr>
              <a:spcAft>
                <a:spcPts val="800"/>
              </a:spcAft>
              <a:defRPr sz="1200">
                <a:solidFill>
                  <a:srgbClr val="15202B"/>
                </a:solidFill>
                <a:latin typeface="Arial"/>
              </a:defRPr>
            </a:pPr>
            <a:r>
              <a:t>La siguiente etapa es validación externa e integración con herramientas de clasificación petrológica digital.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6604000"/>
            <a:ext cx="61722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r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680200"/>
            <a:ext cx="6019800" cy="3429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10147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Arquitectura del ecosistema GeoNormPy–GeoNormML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