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6858000" cy="121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2192000"/>
          </a:xfrm>
          <a:prstGeom prst="rect">
            <a:avLst/>
          </a:prstGeom>
          <a:solidFill>
            <a:srgbClr val="F5F8FA"/>
          </a:solidFill>
          <a:ln>
            <a:solidFill>
              <a:srgbClr val="F5F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858000" cy="114300"/>
          </a:xfrm>
          <a:prstGeom prst="rect">
            <a:avLst/>
          </a:prstGeom>
          <a:solidFill>
            <a:srgbClr val="003B70"/>
          </a:solidFill>
          <a:ln>
            <a:solidFill>
              <a:srgbClr val="003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2900" y="254000"/>
            <a:ext cx="3873499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03B70"/>
                </a:solidFill>
                <a:latin typeface="Arial"/>
              </a:rPr>
              <a:t>XXIII CONGRESO PERUANO DE GEOLOGÍA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16500" y="215900"/>
            <a:ext cx="666750" cy="342900"/>
          </a:xfrm>
          <a:prstGeom prst="roundRect">
            <a:avLst/>
          </a:prstGeom>
          <a:solidFill>
            <a:srgbClr val="FFFFFF"/>
          </a:solidFill>
          <a:ln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80000" y="260350"/>
            <a:ext cx="53975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03B70"/>
                </a:solidFill>
                <a:latin typeface="Arial"/>
              </a:rPr>
              <a:t>LOGO</a:t>
            </a:r>
            <a:br/>
            <a:r>
              <a:rPr sz="1200" b="1">
                <a:solidFill>
                  <a:srgbClr val="003B70"/>
                </a:solidFill>
                <a:latin typeface="Arial"/>
              </a:rPr>
              <a:t>UNI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91200" y="215900"/>
            <a:ext cx="723900" cy="342900"/>
          </a:xfrm>
          <a:prstGeom prst="roundRect">
            <a:avLst/>
          </a:prstGeom>
          <a:solidFill>
            <a:srgbClr val="FFFFFF"/>
          </a:solidFill>
          <a:ln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42000" y="260350"/>
            <a:ext cx="6223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03B70"/>
                </a:solidFill>
                <a:latin typeface="Arial"/>
              </a:rPr>
              <a:t>LOGO</a:t>
            </a:r>
            <a:br/>
            <a:r>
              <a:rPr sz="1200" b="1">
                <a:solidFill>
                  <a:srgbClr val="003B70"/>
                </a:solidFill>
                <a:latin typeface="Arial"/>
              </a:rPr>
              <a:t>SGP/CPG</a:t>
            </a:r>
          </a:p>
        </p:txBody>
      </p:sp>
      <p:sp>
        <p:nvSpPr>
          <p:cNvPr id="9" name="Rectangle 8"/>
          <p:cNvSpPr/>
          <p:nvPr/>
        </p:nvSpPr>
        <p:spPr>
          <a:xfrm>
            <a:off x="342900" y="11493500"/>
            <a:ext cx="6172200" cy="12700"/>
          </a:xfrm>
          <a:prstGeom prst="rect">
            <a:avLst/>
          </a:prstGeom>
          <a:solidFill>
            <a:srgbClr val="00A6CE"/>
          </a:solidFill>
          <a:ln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" y="11620500"/>
            <a:ext cx="49530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1606E"/>
                </a:solidFill>
                <a:latin typeface="Arial"/>
              </a:rPr>
              <a:t>Tercer trabajo | plantilla sin contenido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2500" y="11620500"/>
            <a:ext cx="4826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>
                <a:solidFill>
                  <a:srgbClr val="003B70"/>
                </a:solidFill>
                <a:latin typeface="Arial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" y="1524000"/>
            <a:ext cx="6159500" cy="1206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03B70"/>
                </a:solidFill>
                <a:latin typeface="Arial"/>
              </a:rPr>
              <a:t>TÍTULO PENDIENTE DE CONFIRMACIÓN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" y="2952750"/>
            <a:ext cx="61595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5202B"/>
                </a:solidFill>
                <a:latin typeface="Arial"/>
              </a:rPr>
              <a:t>Autoría por confirmar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" y="3429000"/>
            <a:ext cx="61595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1606E"/>
                </a:solidFill>
                <a:latin typeface="Arial"/>
              </a:rPr>
              <a:t>Universidad Nacional de Ingeniería — datos por confirmar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2900" y="4381500"/>
            <a:ext cx="6172200" cy="5016500"/>
          </a:xfrm>
          <a:prstGeom prst="roundRect">
            <a:avLst/>
          </a:prstGeom>
          <a:solidFill>
            <a:srgbClr val="FFFFFF"/>
          </a:solidFill>
          <a:ln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0700" y="4762500"/>
            <a:ext cx="5816600" cy="4254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D98324"/>
                </a:solidFill>
                <a:latin typeface="Arial"/>
              </a:rPr>
              <a:t>EVIDENCIA PENDIENTE</a:t>
            </a:r>
            <a:br/>
            <a:r>
              <a:rPr sz="1300" b="1">
                <a:solidFill>
                  <a:srgbClr val="D98324"/>
                </a:solidFill>
                <a:latin typeface="Arial"/>
              </a:rPr>
              <a:t>No se insertó contenido ficticio.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9131300"/>
            <a:ext cx="5943600" cy="165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1606E"/>
                </a:solidFill>
                <a:latin typeface="Arial"/>
              </a:rPr>
              <a:t>Figura pendiente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" y="9715500"/>
            <a:ext cx="5715000" cy="889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5202B"/>
                </a:solidFill>
                <a:latin typeface="Arial"/>
              </a:rPr>
              <a:t>Plantilla preparada; no contiene datos ni resultados.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2192000"/>
          </a:xfrm>
          <a:prstGeom prst="rect">
            <a:avLst/>
          </a:prstGeom>
          <a:solidFill>
            <a:srgbClr val="F5F8FA"/>
          </a:solidFill>
          <a:ln>
            <a:solidFill>
              <a:srgbClr val="F5F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858000" cy="114300"/>
          </a:xfrm>
          <a:prstGeom prst="rect">
            <a:avLst/>
          </a:prstGeom>
          <a:solidFill>
            <a:srgbClr val="003B70"/>
          </a:solidFill>
          <a:ln>
            <a:solidFill>
              <a:srgbClr val="003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2900" y="254000"/>
            <a:ext cx="3873499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03B70"/>
                </a:solidFill>
                <a:latin typeface="Arial"/>
              </a:rPr>
              <a:t>XXIII CONGRESO PERUANO DE GEOLOGÍA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16500" y="215900"/>
            <a:ext cx="666750" cy="342900"/>
          </a:xfrm>
          <a:prstGeom prst="roundRect">
            <a:avLst/>
          </a:prstGeom>
          <a:solidFill>
            <a:srgbClr val="FFFFFF"/>
          </a:solidFill>
          <a:ln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80000" y="260350"/>
            <a:ext cx="53975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03B70"/>
                </a:solidFill>
                <a:latin typeface="Arial"/>
              </a:rPr>
              <a:t>LOGO</a:t>
            </a:r>
            <a:br/>
            <a:r>
              <a:rPr sz="1200" b="1">
                <a:solidFill>
                  <a:srgbClr val="003B70"/>
                </a:solidFill>
                <a:latin typeface="Arial"/>
              </a:rPr>
              <a:t>UNI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91200" y="215900"/>
            <a:ext cx="723900" cy="342900"/>
          </a:xfrm>
          <a:prstGeom prst="roundRect">
            <a:avLst/>
          </a:prstGeom>
          <a:solidFill>
            <a:srgbClr val="FFFFFF"/>
          </a:solidFill>
          <a:ln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42000" y="260350"/>
            <a:ext cx="6223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03B70"/>
                </a:solidFill>
                <a:latin typeface="Arial"/>
              </a:rPr>
              <a:t>LOGO</a:t>
            </a:r>
            <a:br/>
            <a:r>
              <a:rPr sz="1200" b="1">
                <a:solidFill>
                  <a:srgbClr val="003B70"/>
                </a:solidFill>
                <a:latin typeface="Arial"/>
              </a:rPr>
              <a:t>SGP/CPG</a:t>
            </a:r>
          </a:p>
        </p:txBody>
      </p:sp>
      <p:sp>
        <p:nvSpPr>
          <p:cNvPr id="9" name="Rectangle 8"/>
          <p:cNvSpPr/>
          <p:nvPr/>
        </p:nvSpPr>
        <p:spPr>
          <a:xfrm>
            <a:off x="342900" y="11493500"/>
            <a:ext cx="6172200" cy="12700"/>
          </a:xfrm>
          <a:prstGeom prst="rect">
            <a:avLst/>
          </a:prstGeom>
          <a:solidFill>
            <a:srgbClr val="00A6CE"/>
          </a:solidFill>
          <a:ln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" y="11620500"/>
            <a:ext cx="49530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1606E"/>
                </a:solidFill>
                <a:latin typeface="Arial"/>
              </a:rPr>
              <a:t>Tercer trabajo | plantilla sin contenido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2500" y="11620500"/>
            <a:ext cx="4826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>
                <a:solidFill>
                  <a:srgbClr val="003B70"/>
                </a:solidFill>
                <a:latin typeface="Arial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" y="825500"/>
            <a:ext cx="61722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03B70"/>
                </a:solidFill>
                <a:latin typeface="Arial"/>
              </a:rPr>
              <a:t>CONTEXTO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" y="1365250"/>
            <a:ext cx="6172200" cy="952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5202B"/>
                </a:solidFill>
                <a:latin typeface="Arial"/>
              </a:rPr>
              <a:t>Pendiente de fuente aprobada.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29000" y="2540000"/>
            <a:ext cx="3086100" cy="3937000"/>
          </a:xfrm>
          <a:prstGeom prst="roundRect">
            <a:avLst/>
          </a:prstGeom>
          <a:solidFill>
            <a:srgbClr val="FFFFFF"/>
          </a:solidFill>
          <a:ln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06800" y="2921000"/>
            <a:ext cx="2730500" cy="3175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D98324"/>
                </a:solidFill>
                <a:latin typeface="Arial"/>
              </a:rPr>
              <a:t>EVIDENCIA PENDIENTE</a:t>
            </a:r>
            <a:br/>
            <a:r>
              <a:rPr sz="1300" b="1">
                <a:solidFill>
                  <a:srgbClr val="D98324"/>
                </a:solidFill>
                <a:latin typeface="Arial"/>
              </a:rPr>
              <a:t>No se insertó contenido ficticio.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43300" y="6210300"/>
            <a:ext cx="2857500" cy="165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1606E"/>
                </a:solidFill>
                <a:latin typeface="Arial"/>
              </a:rPr>
              <a:t>Evidencia pendiente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2192000"/>
          </a:xfrm>
          <a:prstGeom prst="rect">
            <a:avLst/>
          </a:prstGeom>
          <a:solidFill>
            <a:srgbClr val="F5F8FA"/>
          </a:solidFill>
          <a:ln>
            <a:solidFill>
              <a:srgbClr val="F5F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858000" cy="114300"/>
          </a:xfrm>
          <a:prstGeom prst="rect">
            <a:avLst/>
          </a:prstGeom>
          <a:solidFill>
            <a:srgbClr val="003B70"/>
          </a:solidFill>
          <a:ln>
            <a:solidFill>
              <a:srgbClr val="003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2900" y="254000"/>
            <a:ext cx="3873499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03B70"/>
                </a:solidFill>
                <a:latin typeface="Arial"/>
              </a:rPr>
              <a:t>XXIII CONGRESO PERUANO DE GEOLOGÍA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16500" y="215900"/>
            <a:ext cx="666750" cy="342900"/>
          </a:xfrm>
          <a:prstGeom prst="roundRect">
            <a:avLst/>
          </a:prstGeom>
          <a:solidFill>
            <a:srgbClr val="FFFFFF"/>
          </a:solidFill>
          <a:ln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80000" y="260350"/>
            <a:ext cx="53975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03B70"/>
                </a:solidFill>
                <a:latin typeface="Arial"/>
              </a:rPr>
              <a:t>LOGO</a:t>
            </a:r>
            <a:br/>
            <a:r>
              <a:rPr sz="1200" b="1">
                <a:solidFill>
                  <a:srgbClr val="003B70"/>
                </a:solidFill>
                <a:latin typeface="Arial"/>
              </a:rPr>
              <a:t>UNI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91200" y="215900"/>
            <a:ext cx="723900" cy="342900"/>
          </a:xfrm>
          <a:prstGeom prst="roundRect">
            <a:avLst/>
          </a:prstGeom>
          <a:solidFill>
            <a:srgbClr val="FFFFFF"/>
          </a:solidFill>
          <a:ln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42000" y="260350"/>
            <a:ext cx="6223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03B70"/>
                </a:solidFill>
                <a:latin typeface="Arial"/>
              </a:rPr>
              <a:t>LOGO</a:t>
            </a:r>
            <a:br/>
            <a:r>
              <a:rPr sz="1200" b="1">
                <a:solidFill>
                  <a:srgbClr val="003B70"/>
                </a:solidFill>
                <a:latin typeface="Arial"/>
              </a:rPr>
              <a:t>SGP/CPG</a:t>
            </a:r>
          </a:p>
        </p:txBody>
      </p:sp>
      <p:sp>
        <p:nvSpPr>
          <p:cNvPr id="9" name="Rectangle 8"/>
          <p:cNvSpPr/>
          <p:nvPr/>
        </p:nvSpPr>
        <p:spPr>
          <a:xfrm>
            <a:off x="342900" y="11493500"/>
            <a:ext cx="6172200" cy="12700"/>
          </a:xfrm>
          <a:prstGeom prst="rect">
            <a:avLst/>
          </a:prstGeom>
          <a:solidFill>
            <a:srgbClr val="00A6CE"/>
          </a:solidFill>
          <a:ln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" y="11620500"/>
            <a:ext cx="49530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1606E"/>
                </a:solidFill>
                <a:latin typeface="Arial"/>
              </a:rPr>
              <a:t>Tercer trabajo | plantilla sin contenido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2500" y="11620500"/>
            <a:ext cx="4826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>
                <a:solidFill>
                  <a:srgbClr val="003B70"/>
                </a:solidFill>
                <a:latin typeface="Arial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" y="825500"/>
            <a:ext cx="61722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03B70"/>
                </a:solidFill>
                <a:latin typeface="Arial"/>
              </a:rPr>
              <a:t>METODOLOGÍA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" y="1365250"/>
            <a:ext cx="6172200" cy="952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5202B"/>
                </a:solidFill>
                <a:latin typeface="Arial"/>
              </a:rPr>
              <a:t>Pendiente de fuente aprobada.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2900" y="2984500"/>
            <a:ext cx="1333500" cy="1270000"/>
          </a:xfrm>
          <a:prstGeom prst="roundRect">
            <a:avLst/>
          </a:prstGeom>
          <a:solidFill>
            <a:srgbClr val="FFFFFF"/>
          </a:solidFill>
          <a:ln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111500"/>
            <a:ext cx="11049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D98324"/>
                </a:solidFill>
                <a:latin typeface="Arial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397250"/>
            <a:ext cx="1104900" cy="673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5202B"/>
                </a:solidFill>
                <a:latin typeface="Arial"/>
              </a:rPr>
              <a:t>Paso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82750" y="3460750"/>
            <a:ext cx="190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0A6CE"/>
                </a:solidFill>
                <a:latin typeface="Arial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885950" y="2984500"/>
            <a:ext cx="1333500" cy="1270000"/>
          </a:xfrm>
          <a:prstGeom prst="roundRect">
            <a:avLst/>
          </a:prstGeom>
          <a:solidFill>
            <a:srgbClr val="FFFFFF"/>
          </a:solidFill>
          <a:ln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000250" y="3111500"/>
            <a:ext cx="11049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D98324"/>
                </a:solidFill>
                <a:latin typeface="Arial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00250" y="3397250"/>
            <a:ext cx="1104900" cy="673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5202B"/>
                </a:solidFill>
                <a:latin typeface="Arial"/>
              </a:rPr>
              <a:t>Paso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25800" y="3460750"/>
            <a:ext cx="190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0A6CE"/>
                </a:solidFill>
                <a:latin typeface="Arial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29000" y="2984500"/>
            <a:ext cx="1333500" cy="1270000"/>
          </a:xfrm>
          <a:prstGeom prst="roundRect">
            <a:avLst/>
          </a:prstGeom>
          <a:solidFill>
            <a:srgbClr val="FFFFFF"/>
          </a:solidFill>
          <a:ln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43300" y="3111500"/>
            <a:ext cx="11049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D98324"/>
                </a:solidFill>
                <a:latin typeface="Arial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43300" y="3397250"/>
            <a:ext cx="1104900" cy="673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5202B"/>
                </a:solidFill>
                <a:latin typeface="Arial"/>
              </a:rPr>
              <a:t>Paso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68850" y="3460750"/>
            <a:ext cx="190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0A6CE"/>
                </a:solidFill>
                <a:latin typeface="Arial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972050" y="2984500"/>
            <a:ext cx="1333500" cy="1270000"/>
          </a:xfrm>
          <a:prstGeom prst="roundRect">
            <a:avLst/>
          </a:prstGeom>
          <a:solidFill>
            <a:srgbClr val="FFFFFF"/>
          </a:solidFill>
          <a:ln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86350" y="3111500"/>
            <a:ext cx="11049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D98324"/>
                </a:solidFill>
                <a:latin typeface="Arial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86350" y="3397250"/>
            <a:ext cx="1104900" cy="673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5202B"/>
                </a:solidFill>
                <a:latin typeface="Arial"/>
              </a:rPr>
              <a:t>Paso 4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2900" y="4635500"/>
            <a:ext cx="6172200" cy="5016500"/>
          </a:xfrm>
          <a:prstGeom prst="roundRect">
            <a:avLst/>
          </a:prstGeom>
          <a:solidFill>
            <a:srgbClr val="FFFFFF"/>
          </a:solidFill>
          <a:ln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0700" y="5016500"/>
            <a:ext cx="5816600" cy="4254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D98324"/>
                </a:solidFill>
                <a:latin typeface="Arial"/>
              </a:rPr>
              <a:t>EVIDENCIA PENDIENTE</a:t>
            </a:r>
            <a:br/>
            <a:r>
              <a:rPr sz="1300" b="1">
                <a:solidFill>
                  <a:srgbClr val="D98324"/>
                </a:solidFill>
                <a:latin typeface="Arial"/>
              </a:rPr>
              <a:t>No se insertó contenido ficticio.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9385300"/>
            <a:ext cx="5943600" cy="165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1606E"/>
                </a:solidFill>
                <a:latin typeface="Arial"/>
              </a:rPr>
              <a:t>Diagrama pendiente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2192000"/>
          </a:xfrm>
          <a:prstGeom prst="rect">
            <a:avLst/>
          </a:prstGeom>
          <a:solidFill>
            <a:srgbClr val="F5F8FA"/>
          </a:solidFill>
          <a:ln>
            <a:solidFill>
              <a:srgbClr val="F5F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858000" cy="114300"/>
          </a:xfrm>
          <a:prstGeom prst="rect">
            <a:avLst/>
          </a:prstGeom>
          <a:solidFill>
            <a:srgbClr val="003B70"/>
          </a:solidFill>
          <a:ln>
            <a:solidFill>
              <a:srgbClr val="003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2900" y="254000"/>
            <a:ext cx="3873499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03B70"/>
                </a:solidFill>
                <a:latin typeface="Arial"/>
              </a:rPr>
              <a:t>XXIII CONGRESO PERUANO DE GEOLOGÍA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16500" y="215900"/>
            <a:ext cx="666750" cy="342900"/>
          </a:xfrm>
          <a:prstGeom prst="roundRect">
            <a:avLst/>
          </a:prstGeom>
          <a:solidFill>
            <a:srgbClr val="FFFFFF"/>
          </a:solidFill>
          <a:ln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80000" y="260350"/>
            <a:ext cx="53975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03B70"/>
                </a:solidFill>
                <a:latin typeface="Arial"/>
              </a:rPr>
              <a:t>LOGO</a:t>
            </a:r>
            <a:br/>
            <a:r>
              <a:rPr sz="1200" b="1">
                <a:solidFill>
                  <a:srgbClr val="003B70"/>
                </a:solidFill>
                <a:latin typeface="Arial"/>
              </a:rPr>
              <a:t>UNI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91200" y="215900"/>
            <a:ext cx="723900" cy="342900"/>
          </a:xfrm>
          <a:prstGeom prst="roundRect">
            <a:avLst/>
          </a:prstGeom>
          <a:solidFill>
            <a:srgbClr val="FFFFFF"/>
          </a:solidFill>
          <a:ln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42000" y="260350"/>
            <a:ext cx="6223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03B70"/>
                </a:solidFill>
                <a:latin typeface="Arial"/>
              </a:rPr>
              <a:t>LOGO</a:t>
            </a:r>
            <a:br/>
            <a:r>
              <a:rPr sz="1200" b="1">
                <a:solidFill>
                  <a:srgbClr val="003B70"/>
                </a:solidFill>
                <a:latin typeface="Arial"/>
              </a:rPr>
              <a:t>SGP/CPG</a:t>
            </a:r>
          </a:p>
        </p:txBody>
      </p:sp>
      <p:sp>
        <p:nvSpPr>
          <p:cNvPr id="9" name="Rectangle 8"/>
          <p:cNvSpPr/>
          <p:nvPr/>
        </p:nvSpPr>
        <p:spPr>
          <a:xfrm>
            <a:off x="342900" y="11493500"/>
            <a:ext cx="6172200" cy="12700"/>
          </a:xfrm>
          <a:prstGeom prst="rect">
            <a:avLst/>
          </a:prstGeom>
          <a:solidFill>
            <a:srgbClr val="00A6CE"/>
          </a:solidFill>
          <a:ln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" y="11620500"/>
            <a:ext cx="49530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1606E"/>
                </a:solidFill>
                <a:latin typeface="Arial"/>
              </a:rPr>
              <a:t>Tercer trabajo | plantilla sin contenido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2500" y="11620500"/>
            <a:ext cx="4826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>
                <a:solidFill>
                  <a:srgbClr val="003B70"/>
                </a:solidFill>
                <a:latin typeface="Arial"/>
              </a:rP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" y="825500"/>
            <a:ext cx="61722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03B70"/>
                </a:solidFill>
                <a:latin typeface="Arial"/>
              </a:rPr>
              <a:t>RESULTADOS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" y="1365250"/>
            <a:ext cx="6172200" cy="952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5202B"/>
                </a:solidFill>
                <a:latin typeface="Arial"/>
              </a:rPr>
              <a:t>Pendiente de fuente aprobada.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2900" y="3937000"/>
            <a:ext cx="2857500" cy="5207000"/>
          </a:xfrm>
          <a:prstGeom prst="roundRect">
            <a:avLst/>
          </a:prstGeom>
          <a:solidFill>
            <a:srgbClr val="FFFFFF"/>
          </a:solidFill>
          <a:ln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0700" y="4318000"/>
            <a:ext cx="2501900" cy="4445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D98324"/>
                </a:solidFill>
                <a:latin typeface="Arial"/>
              </a:rPr>
              <a:t>EVIDENCIA PENDIENTE</a:t>
            </a:r>
            <a:br/>
            <a:r>
              <a:rPr sz="1300" b="1">
                <a:solidFill>
                  <a:srgbClr val="D98324"/>
                </a:solidFill>
                <a:latin typeface="Arial"/>
              </a:rPr>
              <a:t>No se insertó contenido ficticio.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8877300"/>
            <a:ext cx="2628900" cy="165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1606E"/>
                </a:solidFill>
                <a:latin typeface="Arial"/>
              </a:rPr>
              <a:t>Resultado 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29000" y="3937000"/>
            <a:ext cx="2857500" cy="5207000"/>
          </a:xfrm>
          <a:prstGeom prst="roundRect">
            <a:avLst/>
          </a:prstGeom>
          <a:solidFill>
            <a:srgbClr val="FFFFFF"/>
          </a:solidFill>
          <a:ln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06800" y="4318000"/>
            <a:ext cx="2501900" cy="4445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D98324"/>
                </a:solidFill>
                <a:latin typeface="Arial"/>
              </a:rPr>
              <a:t>EVIDENCIA PENDIENTE</a:t>
            </a:r>
            <a:br/>
            <a:r>
              <a:rPr sz="1300" b="1">
                <a:solidFill>
                  <a:srgbClr val="D98324"/>
                </a:solidFill>
                <a:latin typeface="Arial"/>
              </a:rPr>
              <a:t>No se insertó contenido ficticio.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43300" y="8877300"/>
            <a:ext cx="2628900" cy="165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1606E"/>
                </a:solidFill>
                <a:latin typeface="Arial"/>
              </a:rPr>
              <a:t>Resultado 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2192000"/>
          </a:xfrm>
          <a:prstGeom prst="rect">
            <a:avLst/>
          </a:prstGeom>
          <a:solidFill>
            <a:srgbClr val="F5F8FA"/>
          </a:solidFill>
          <a:ln>
            <a:solidFill>
              <a:srgbClr val="F5F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858000" cy="114300"/>
          </a:xfrm>
          <a:prstGeom prst="rect">
            <a:avLst/>
          </a:prstGeom>
          <a:solidFill>
            <a:srgbClr val="003B70"/>
          </a:solidFill>
          <a:ln>
            <a:solidFill>
              <a:srgbClr val="003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2900" y="254000"/>
            <a:ext cx="3873499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03B70"/>
                </a:solidFill>
                <a:latin typeface="Arial"/>
              </a:rPr>
              <a:t>XXIII CONGRESO PERUANO DE GEOLOGÍA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16500" y="215900"/>
            <a:ext cx="666750" cy="342900"/>
          </a:xfrm>
          <a:prstGeom prst="roundRect">
            <a:avLst/>
          </a:prstGeom>
          <a:solidFill>
            <a:srgbClr val="FFFFFF"/>
          </a:solidFill>
          <a:ln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80000" y="260350"/>
            <a:ext cx="53975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03B70"/>
                </a:solidFill>
                <a:latin typeface="Arial"/>
              </a:rPr>
              <a:t>LOGO</a:t>
            </a:r>
            <a:br/>
            <a:r>
              <a:rPr sz="1200" b="1">
                <a:solidFill>
                  <a:srgbClr val="003B70"/>
                </a:solidFill>
                <a:latin typeface="Arial"/>
              </a:rPr>
              <a:t>UNI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91200" y="215900"/>
            <a:ext cx="723900" cy="342900"/>
          </a:xfrm>
          <a:prstGeom prst="roundRect">
            <a:avLst/>
          </a:prstGeom>
          <a:solidFill>
            <a:srgbClr val="FFFFFF"/>
          </a:solidFill>
          <a:ln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42000" y="260350"/>
            <a:ext cx="6223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03B70"/>
                </a:solidFill>
                <a:latin typeface="Arial"/>
              </a:rPr>
              <a:t>LOGO</a:t>
            </a:r>
            <a:br/>
            <a:r>
              <a:rPr sz="1200" b="1">
                <a:solidFill>
                  <a:srgbClr val="003B70"/>
                </a:solidFill>
                <a:latin typeface="Arial"/>
              </a:rPr>
              <a:t>SGP/CPG</a:t>
            </a:r>
          </a:p>
        </p:txBody>
      </p:sp>
      <p:sp>
        <p:nvSpPr>
          <p:cNvPr id="9" name="Rectangle 8"/>
          <p:cNvSpPr/>
          <p:nvPr/>
        </p:nvSpPr>
        <p:spPr>
          <a:xfrm>
            <a:off x="342900" y="11493500"/>
            <a:ext cx="6172200" cy="12700"/>
          </a:xfrm>
          <a:prstGeom prst="rect">
            <a:avLst/>
          </a:prstGeom>
          <a:solidFill>
            <a:srgbClr val="00A6CE"/>
          </a:solidFill>
          <a:ln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" y="11620500"/>
            <a:ext cx="49530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1606E"/>
                </a:solidFill>
                <a:latin typeface="Arial"/>
              </a:rPr>
              <a:t>Tercer trabajo | plantilla sin contenido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2500" y="11620500"/>
            <a:ext cx="4826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>
                <a:solidFill>
                  <a:srgbClr val="003B70"/>
                </a:solidFill>
                <a:latin typeface="Arial"/>
              </a:rPr>
              <a:t>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" y="825500"/>
            <a:ext cx="61722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03B70"/>
                </a:solidFill>
                <a:latin typeface="Arial"/>
              </a:rPr>
              <a:t>CONCLUSIONES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6100" y="2540000"/>
            <a:ext cx="5765800" cy="349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342900" y="6604000"/>
            <a:ext cx="6172200" cy="3810000"/>
          </a:xfrm>
          <a:prstGeom prst="roundRect">
            <a:avLst/>
          </a:prstGeom>
          <a:solidFill>
            <a:srgbClr val="FFFFFF"/>
          </a:solidFill>
          <a:ln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0700" y="6985000"/>
            <a:ext cx="5816600" cy="304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D98324"/>
                </a:solidFill>
                <a:latin typeface="Arial"/>
              </a:rPr>
              <a:t>EVIDENCIA PENDIENTE</a:t>
            </a:r>
            <a:br/>
            <a:r>
              <a:rPr sz="1300" b="1">
                <a:solidFill>
                  <a:srgbClr val="D98324"/>
                </a:solidFill>
                <a:latin typeface="Arial"/>
              </a:rPr>
              <a:t>No se insertó contenido ficticio.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10147300"/>
            <a:ext cx="5943600" cy="165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1606E"/>
                </a:solidFill>
                <a:latin typeface="Arial"/>
              </a:rPr>
              <a:t>Aplicación pendiente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