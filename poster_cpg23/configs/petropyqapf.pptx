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PetroPyQAPF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1524000"/>
            <a:ext cx="6159500" cy="120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TÍTULO PENDIENTE — PetroPyQAPF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2952750"/>
            <a:ext cx="6159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5202B"/>
                </a:solidFill>
                <a:latin typeface="Arial"/>
              </a:rPr>
              <a:t>Autoría pendiente de PetroPyQAPF_Abstract_1.docx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" y="3429000"/>
            <a:ext cx="6159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Universidad Nacional de Ingeniería — datos por confirmar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" y="4381500"/>
            <a:ext cx="6172200" cy="50165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700" y="4762500"/>
            <a:ext cx="5816600" cy="425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131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Captura real de la interfaz PetroPyQAPF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9715500"/>
            <a:ext cx="5715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5202B"/>
                </a:solidFill>
                <a:latin typeface="Arial"/>
              </a:rPr>
              <a:t>La portada se completará solo con el abstract y la captura real de interfaz.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PetroPyQAPF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CONTEXTO Y 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Contenido pendiente de la fuente aprobada.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540000"/>
            <a:ext cx="3086100" cy="393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6800" y="2921000"/>
            <a:ext cx="2730500" cy="317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3300" y="6210300"/>
            <a:ext cx="2857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Evidencia de contexto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PetroPyQAPF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ARQUITECTURA DEL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El slot metodológico está reservado para la arquitectura de cuatro capas solicitada.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Modal QAPF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75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8595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25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25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CIPW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580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330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330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885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7205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635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635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NIM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" y="4635500"/>
            <a:ext cx="6172200" cy="50165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0700" y="5016500"/>
            <a:ext cx="5816600" cy="425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9385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Diagrama real de arquitectura de 4 capas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PetroPyQAPF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FLUJO DE ENTRADA A SALIDA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Contenido pendiente de fuente aprobada.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Entrada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75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8595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025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025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580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330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330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Cálculo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8850" y="34607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A6CE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72050" y="2984500"/>
            <a:ext cx="13335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6350" y="3111500"/>
            <a:ext cx="11049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8324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6350" y="3397250"/>
            <a:ext cx="1104900" cy="673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5202B"/>
                </a:solidFill>
                <a:latin typeface="Arial"/>
              </a:rPr>
              <a:t>Salida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" y="4635500"/>
            <a:ext cx="6172200" cy="50165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0700" y="5016500"/>
            <a:ext cx="5816600" cy="425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9385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Diagrama / captura real del flujo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PetroPyQAPF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RESULTADOS — INTERFAZ Y SALIDAS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No se declaran métricas hasta recibir el abstract o evidencia validada.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7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Captura real de interfaz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68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Salida real del sistema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PetroPyQAPF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RESULTADOS — CLASIFICACIÓN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Slot de resultados cuantitativos.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7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Resultado real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68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Resultado real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PetroPyQAPF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RESULTADOS — TRAZABILIDAD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" y="1365250"/>
            <a:ext cx="6172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202B"/>
                </a:solidFill>
                <a:latin typeface="Arial"/>
              </a:rPr>
              <a:t>Slot de evidencia verificable.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7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Trazabilidad / reporte real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937000"/>
            <a:ext cx="2857500" cy="5207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6800" y="4318000"/>
            <a:ext cx="2501900" cy="444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8877300"/>
            <a:ext cx="26289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Comparación validada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2000"/>
          </a:xfrm>
          <a:prstGeom prst="rect">
            <a:avLst/>
          </a:prstGeom>
          <a:solidFill>
            <a:srgbClr val="F5F8FA"/>
          </a:solidFill>
          <a:ln>
            <a:solidFill>
              <a:srgbClr val="F5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14300"/>
          </a:xfrm>
          <a:prstGeom prst="rect">
            <a:avLst/>
          </a:prstGeom>
          <a:solidFill>
            <a:srgbClr val="003B70"/>
          </a:solidFill>
          <a:ln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2900" y="254000"/>
            <a:ext cx="3873499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3B70"/>
                </a:solidFill>
                <a:latin typeface="Arial"/>
              </a:rPr>
              <a:t>XXIII CONGRESO PERUANO DE GEOLOGÍA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16500" y="215900"/>
            <a:ext cx="66675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80000" y="260350"/>
            <a:ext cx="53975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UNI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215900"/>
            <a:ext cx="723900" cy="3429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0" y="260350"/>
            <a:ext cx="6223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3B70"/>
                </a:solidFill>
                <a:latin typeface="Arial"/>
              </a:rPr>
              <a:t>LOGO</a:t>
            </a:r>
            <a:br/>
            <a:r>
              <a:rPr sz="1200" b="1">
                <a:solidFill>
                  <a:srgbClr val="003B70"/>
                </a:solidFill>
                <a:latin typeface="Arial"/>
              </a:rPr>
              <a:t>SGP/CPG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" y="11493500"/>
            <a:ext cx="6172200" cy="12700"/>
          </a:xfrm>
          <a:prstGeom prst="rect">
            <a:avLst/>
          </a:prstGeom>
          <a:solidFill>
            <a:srgbClr val="00A6CE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" y="11620500"/>
            <a:ext cx="4953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PetroPyQAPF | plantilla de revisión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00" y="11620500"/>
            <a:ext cx="4826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3B70"/>
                </a:solidFill>
                <a:latin typeface="Arial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" y="825500"/>
            <a:ext cx="6172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0"/>
                </a:solidFill>
                <a:latin typeface="Arial"/>
              </a:rPr>
              <a:t>CONCLUSIONES Y APLICABILIDAD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100" y="2540000"/>
            <a:ext cx="5765800" cy="349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42900" y="6604000"/>
            <a:ext cx="61722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00A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700" y="6985000"/>
            <a:ext cx="5816600" cy="30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98324"/>
                </a:solidFill>
                <a:latin typeface="Arial"/>
              </a:rPr>
              <a:t>EVIDENCIA PENDIENTE</a:t>
            </a:r>
            <a:br/>
            <a:r>
              <a:rPr sz="1300" b="1">
                <a:solidFill>
                  <a:srgbClr val="D98324"/>
                </a:solidFill>
                <a:latin typeface="Arial"/>
              </a:rPr>
              <a:t>No se insertó contenido ficticio.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0147300"/>
            <a:ext cx="59436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Arial"/>
              </a:rPr>
              <a:t>Aplicación o captura real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