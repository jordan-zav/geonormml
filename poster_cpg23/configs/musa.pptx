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MUSA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1524000"/>
            <a:ext cx="61595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TÍTULO PENDIENTE — MUSA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295275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5202B"/>
                </a:solidFill>
                <a:latin typeface="Arial"/>
              </a:rPr>
              <a:t>Autoría pendiente de MUSA_Abstract_1.docx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342900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Universidad Nacional de Ingeniería — datos por confirmar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" y="4381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700" y="4762500"/>
            <a:ext cx="5816600" cy="425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131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Visualización fractal/multifractal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9715500"/>
            <a:ext cx="5715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202B"/>
                </a:solidFill>
                <a:latin typeface="Arial"/>
              </a:rPr>
              <a:t>La portada se completará exclusivamente con fuentes aprobadas.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MUSA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CONTEXTO Y 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Contenido pendiente de MUSA_Abstract_1.docx.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540000"/>
            <a:ext cx="30861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6800" y="2921000"/>
            <a:ext cx="2730500" cy="31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6210300"/>
            <a:ext cx="2857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Contexto espacial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MUSA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METODOLOGÍA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La secuencia se actualizará con el método documentado.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7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859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Análisis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580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33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3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88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20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63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Interpretación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" y="4635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700" y="5016500"/>
            <a:ext cx="5816600" cy="425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385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Flujo metodológico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MUSA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PATRONES FRACTALES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Prioridad visual reservada para resultados fractales/multifractales.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Patrón fractal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68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Patrón multifractal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MUSA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RESULTADOS ESPACIALES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Solo se insertarán mapas y lineamientos presentes en la evidencia del proyecto.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Visualización espacial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68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Lineamientos geológicos reales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MUSA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INTERPRETACIÓN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Slot de resultados documentados.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Resultado real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68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Resultado real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MUSA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CONCLUSIONES Y APLICABILIDAD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100" y="2540000"/>
            <a:ext cx="5765800" cy="349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42900" y="6604000"/>
            <a:ext cx="61722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6985000"/>
            <a:ext cx="5816600" cy="30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0147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Resultado fractal destacado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